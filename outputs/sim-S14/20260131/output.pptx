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"安全改善計劃"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subtitle:</a:t>
            </a:r>
            <a:r>
              <a:rPr i="1">
                <a:solidFill>
                  <a:srgbClr val="60A0B0"/>
                </a:solidFill>
                <a:latin typeface="Courier"/>
              </a:rPr>
              <a:t> "提升企業安全與投資回報"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format:</a:t>
            </a:r>
            <a:r>
              <a:rPr i="1">
                <a:solidFill>
                  <a:srgbClr val="60A0B0"/>
                </a:solidFill>
                <a:latin typeface="Courier"/>
              </a:rPr>
              <a:t> revealjs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背景與目的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安全改善的必要性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為何需要推動安全改善措施？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提升安全性、降低事故風險、促進企業永續經營是核心目標。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當前安全狀況分析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現況與挑戰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近期事故統計數據顯示安全隱患存在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主要安全隱患點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現有措施的成效與不足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安全改善措施概述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具體措施與時間表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設備升級、員工訓練、流程優化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預計實施時間與預期效果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對業務的影響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業務效益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提升生產效率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降低停工與事故損失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增強企業形象與員工士氣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投資報酬率分析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成本與效益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投資成本預估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預期效益與ROI分析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短期與長期收益比較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風險與挑戰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主要風險與應對策略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預算限制、員工抵抗等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風險管理與持續監控計劃</a:t>
            </a:r>
            <a:br/>
            <a:br/>
            <a:r>
              <a:rPr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結論與建議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核心結論與行動建議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安全改善對企業的重要性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推動措施與管理層支持呼籲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2026-01-31T07:38:41Z</dcterms:created>
  <dcterms:modified xsi:type="dcterms:W3CDTF">2026-01-31T07:38:41Z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