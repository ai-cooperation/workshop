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---
title: "模型評估結果分析報告"
format: pptx
template: default
---
# 模型評估結果分析報告
## 日期：2024年4月27日
## 製作人：團隊名稱
# 簡介與目標
本次分析旨在評估不同模型的性能，並深入了解模型的特徵重要性與預測誤差，為後續優化提供參考依據。
## 目標
- 比較多個模型的績效表現
- 分析特徵的重要性
- 檢視預測誤差分佈與偏差
# 模型比較概述
左側：比較模型種類：決策樹、隨機森林、XGBoost  
右側：比較標準：準確率、F1分數、AUC
# 模型績效比較（圖表）
```{r}
library(ggplot2)
library(dplyr)
# 資料準備
model_performance &lt;- tibble(
  模型 = c("決策樹", "隨機森林", "XGBoost"),
  準確率 = c(0.78, 0.83, 0.85),
  F1分數 = c(0.75, 0.80, 0.82),
  AUC = c(0.82, 0.87, 0.89)
)
# 繪製柱狀圖（以準確率為例）
ggplot(model_performance, aes(x=模型, y=準確率, fill=模型)) +
  geom_bar(stat="identity") +
  ylim(0,1) +
  labs(title="模型準確率比較", y="準確率") +
  theme_minimal()</a:t>
            </a:r>
          </a:p>
          <a:p>
            <a:pPr lvl="0" marL="0" indent="0">
              <a:buNone/>
            </a:pPr>
            <a:r>
              <a:rPr/>
              <a:t>突出：XGBoost 表現最佳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特徵重要性概述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特徵重要性幫助我們了解模型的決策依據，排序反映特徵對預測的貢獻程度。</a:t>
            </a:r>
            <a:br/>
            <a:r>
              <a:rPr/>
              <a:t>高重要性特徵可能是模型的關鍵因素，亦可用於特徵選擇與模型優化。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特徵重要性圖表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特徵重要性資料
feature_importance &lt;- tibble(
  特徵 = c("特徵A", "特徵B", "特徵C", "特徵D", "特徵E"),
  重要性 = c(0.35, 0.25, 0.15, 0.10, 0.05)
)
# 繪製柱狀圖
ggplot(feature_importance, aes(x=reorder(特徵, 重要性), y=重要性, fill=特徵)) +
  geom_bar(stat="identity") +
  coord_flip() +
  ylim(0,1) +
  labs(title="特徵重要性排序", y="重要性") +
  theme_minimal()</a:t>
            </a:r>
          </a:p>
          <a:p>
            <a:pPr lvl="0" marL="0" indent="0">
              <a:buNone/>
            </a:pPr>
            <a:r>
              <a:rPr/>
              <a:t>說明：前幾名特徵具有較高的重要性，建議重點監控與優化。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預測誤差分析概述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透過誤差直方圖與殘差圖，分析預測誤差的分佈情況。</a:t>
            </a:r>
            <a:br/>
            <a:r>
              <a:rPr/>
              <a:t>檢查偏差、異常點及模型在不同區間的表現。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預測誤差直方圖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模擬殘差資料
set.seed(123)
residuals &lt;- rnorm(1000, mean=0, sd=0.1)
# 繪製殘差直方圖
ggplot(data.frame(殘差=residuals), aes(x=殘差)) +
  geom_histogram(binwidth=0.02, fill="steelblue", color="black") +
  labs(title="預測誤差直方圖", x="殘差", y="頻數") +
  theme_minimal()</a:t>
            </a:r>
          </a:p>
          <a:p>
            <a:pPr lvl="0" marL="0" indent="0">
              <a:buNone/>
            </a:pPr>
            <a:r>
              <a:rPr/>
              <a:t>誤差集中在零附近，部分偏差較大，可能需進一步調整模型。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結論與建議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總結</a:t>
            </a:r>
          </a:p>
          <a:p>
            <a:pPr lvl="1"/>
            <a:r>
              <a:rPr/>
              <a:t>XGBoost 模型表現最佳，特徵A與特徵B為關鍵因素。</a:t>
            </a:r>
          </a:p>
          <a:p>
            <a:pPr lvl="1"/>
            <a:r>
              <a:rPr/>
              <a:t>預測誤差尚有改善空間，建議調整模型參數或加入更多特徵。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建議</a:t>
            </a:r>
          </a:p>
          <a:p>
            <a:pPr lvl="1"/>
            <a:r>
              <a:rPr/>
              <a:t>進行特徵工程優化</a:t>
            </a:r>
          </a:p>
          <a:p>
            <a:pPr lvl="1"/>
            <a:r>
              <a:rPr/>
              <a:t>嘗試集成多模型提升穩定性</a:t>
            </a:r>
          </a:p>
          <a:p>
            <a:pPr lvl="1"/>
            <a:r>
              <a:rPr/>
              <a:t>持續監控預測誤差並調整模型 ```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2026-01-31T07:38:19Z</dcterms:created>
  <dcterms:modified xsi:type="dcterms:W3CDTF">2026-01-31T07:38:19Z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