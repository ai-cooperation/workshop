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銷售數據分析與趨勢報告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銷售數據分析與趨勢報告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資料日期範圍：請補充資料期間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資料概述與分析目標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本簡報基於CSV銷售數據，旨在掌握銷售趨勢、找出暢銷產品，並分析月營收變化，以提供策略建議。資料範圍：請補充資料期間。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銷售數據概況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總銷售額：請補充數據</a:t>
            </a:r>
          </a:p>
          <a:p>
            <a:pPr lvl="1"/>
            <a:r>
              <a:rPr/>
              <a:t>總銷售量：請補充數據</a:t>
            </a:r>
          </a:p>
          <a:p>
            <a:pPr lvl="1"/>
            <a:r>
              <a:rPr/>
              <a:t>資料期間：請補充資料期間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銷售趨勢分析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{r, echo=FALSE} # 這裡插入根據資料繪製的折線圖，例如銷售額或銷售量隨時間變化 # 圖表範例： # library(ggplot2) # ggplot(data, aes(x=日期, y=銷售額)) + geom_line() + labs(title="銷售趨勢")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最暢銷產品分析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前幾名產品：請列出銷售數量或金額排名前幾名的產品</a:t>
            </a:r>
          </a:p>
          <a:p>
            <a:pPr lvl="1"/>
            <a:r>
              <a:rPr/>
              <a:t>產品偏好：分析熱銷類別或特徵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月營收變化趨勢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{r, echo=FALSE} # 這裡插入每月營收變化的柱狀圖或折線圖 # 圖表範例： # ggplot(data_monthly, aes(x=月份, y=營收)) + geom_col() + labs(title="月營收變化")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主要發現與洞察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銷售趨勢的關鍵特徵</a:t>
            </a:r>
          </a:p>
          <a:p>
            <a:pPr lvl="1"/>
            <a:r>
              <a:rPr/>
              <a:t>季節性變化</a:t>
            </a:r>
          </a:p>
          <a:p>
            <a:pPr lvl="1"/>
            <a:r>
              <a:rPr/>
              <a:t>潛在市場機會或問題點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結論與建議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總結分析重點</a:t>
            </a:r>
          </a:p>
          <a:p>
            <a:pPr lvl="1"/>
            <a:r>
              <a:rPr/>
              <a:t>提出促銷策略、庫存調整建議</a:t>
            </a:r>
          </a:p>
          <a:p>
            <a:pPr lvl="1"/>
            <a:r>
              <a:rPr/>
              <a:t>建議未來追蹤方向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備註：請根據實際資料補充數據內容與圖表，並調整文字描述以符合分析結果。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銷售數據分析與趨勢報告</dc:title>
  <dc:creator/>
  <cp:keywords/>
  <dcterms:created xsi:type="dcterms:W3CDTF">2026-01-31T07:34:55Z</dcterms:created>
  <dcterms:modified xsi:type="dcterms:W3CDTF">2026-01-31T07:34:55Z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revealjs</vt:lpwstr>
  </property>
  <property fmtid="{D5CDD505-2E9C-101B-9397-08002B2CF9AE}" pid="3" name="template">
    <vt:lpwstr>basic</vt:lpwstr>
  </property>
</Properties>
</file>